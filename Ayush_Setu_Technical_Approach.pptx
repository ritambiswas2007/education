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acrobat.adobe.com/id/urn:aaid:sc:AP:1207614b-f09d-4c94-9c40-956ab708ad0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457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Technical Architecture &amp;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828800" cy="731520"/>
          </a:xfrm>
          <a:prstGeom prst="rect">
            <a:avLst>
              <a:gd name="adj" fmla="val 12500"/>
            </a:avLst>
          </a:prstGeom>
          <a:solidFill>
            <a:srgbClr val="E1F5FE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User Interface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(React &amp; Tailwind)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77440" y="2057400"/>
            <a:ext cx="365760" cy="274320"/>
          </a:xfrm>
          <a:prstGeom prst="rightArrow">
            <a:avLst/>
          </a:prstGeom>
          <a:solidFill>
            <a:srgbClr val="CCCCCC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828800"/>
            <a:ext cx="1828800" cy="731520"/>
          </a:xfrm>
          <a:prstGeom prst="rect">
            <a:avLst>
              <a:gd name="adj" fmla="val 12500"/>
            </a:avLst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Client 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(Vite Build)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057400"/>
            <a:ext cx="365760" cy="274320"/>
          </a:xfrm>
          <a:prstGeom prst="rightArrow">
            <a:avLst/>
          </a:prstGeom>
          <a:solidFill>
            <a:srgbClr val="CCCCCC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1828800"/>
            <a:ext cx="1828800" cy="731520"/>
          </a:xfrm>
          <a:prstGeom prst="rect">
            <a:avLst>
              <a:gd name="adj" fmla="val 12500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Supabase Backend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(DB, Auth, API)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Frontend: Built with modern React and styled using Tailwind CSS.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Backend &amp; Data: Leveraging Supabase for database, authentication, and API.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Build Tool: Using Vite for rapid development and optimized production builds.</a:t>
            </a:r>
            <a:endParaRPr lang="en-US" sz="14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411480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000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View Project Document on Adobe Acrobat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2026-09-06T10:36:26Z</dcterms:created>
  <dcterms:modified xsi:type="dcterms:W3CDTF">2026-09-06T10:36:26Z</dcterms:modified>
</cp:coreProperties>
</file>