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CF9E4-D38D-46B0-871D-C642FCC7A11B}" v="1" dt="2026-09-06T10:50:22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am Biswas" userId="75f5969c2f021149" providerId="LiveId" clId="{721845D3-02F5-486B-829F-3D4E6B39366A}"/>
    <pc:docChg chg="modSld">
      <pc:chgData name="Ritam Biswas" userId="75f5969c2f021149" providerId="LiveId" clId="{721845D3-02F5-486B-829F-3D4E6B39366A}" dt="2026-09-06T10:52:56.756" v="125" actId="1076"/>
      <pc:docMkLst>
        <pc:docMk/>
      </pc:docMkLst>
      <pc:sldChg chg="addSp modSp mod">
        <pc:chgData name="Ritam Biswas" userId="75f5969c2f021149" providerId="LiveId" clId="{721845D3-02F5-486B-829F-3D4E6B39366A}" dt="2026-09-06T10:52:56.756" v="125" actId="1076"/>
        <pc:sldMkLst>
          <pc:docMk/>
          <pc:sldMk cId="0" sldId="256"/>
        </pc:sldMkLst>
        <pc:spChg chg="mod">
          <ac:chgData name="Ritam Biswas" userId="75f5969c2f021149" providerId="LiveId" clId="{721845D3-02F5-486B-829F-3D4E6B39366A}" dt="2026-09-06T10:49:36.123" v="64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Ritam Biswas" userId="75f5969c2f021149" providerId="LiveId" clId="{721845D3-02F5-486B-829F-3D4E6B39366A}" dt="2026-09-06T10:49:53.490" v="65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Ritam Biswas" userId="75f5969c2f021149" providerId="LiveId" clId="{721845D3-02F5-486B-829F-3D4E6B39366A}" dt="2026-09-06T10:50:22.893" v="109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Ritam Biswas" userId="75f5969c2f021149" providerId="LiveId" clId="{721845D3-02F5-486B-829F-3D4E6B39366A}" dt="2026-09-06T10:52:27.799" v="117" actId="1076"/>
          <ac:picMkLst>
            <pc:docMk/>
            <pc:sldMk cId="0" sldId="256"/>
            <ac:picMk id="39" creationId="{D9B60A87-6976-AE74-D029-A4AFBF1743BA}"/>
          </ac:picMkLst>
        </pc:picChg>
        <pc:picChg chg="add mod">
          <ac:chgData name="Ritam Biswas" userId="75f5969c2f021149" providerId="LiveId" clId="{721845D3-02F5-486B-829F-3D4E6B39366A}" dt="2026-09-06T10:52:56.756" v="125" actId="1076"/>
          <ac:picMkLst>
            <pc:docMk/>
            <pc:sldMk cId="0" sldId="256"/>
            <ac:picMk id="40" creationId="{D934FDB3-F693-6DA3-A963-B35B32FB05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64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crobat.adobe.com/id/urn:aaid:sc:AP:1207614b-f09d-4c94-9c40-956ab708ad0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240" y="320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70C0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1800" i="1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45920" y="7132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Role-Based Client Portal ➔ Security Middleware ➔ Cloud Persistence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29718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INTERFACE TIER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10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Dashboards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• Academician • Industry Recruiter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Reactive Forms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A-Z College Filtering &amp; Selection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Multi-Degree Skill Mapping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Profile Completion State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735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Engine &amp; Styling
</a:t>
            </a: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SPA Architecture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Design System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Fast Module Bundling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2423160"/>
            <a:ext cx="411480" cy="25603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6974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Auth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29000" y="1143000"/>
            <a:ext cx="2468880" cy="29718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801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&amp; LOGIC TIER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1783080"/>
            <a:ext cx="2194560" cy="59436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8105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Token Session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JWT Handshake &amp; Local Storage Sync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46888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49631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&amp; Opportunity Matching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Phytochemistry &amp; Analytics Profiling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Readiness Index Computation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Application Dispatch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3246120"/>
            <a:ext cx="2194560" cy="6858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27355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Isolation Protocol
</a:t>
            </a: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Row-Level Authorization Validation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Privilege Enforcement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Payload Sanitization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2423160"/>
            <a:ext cx="411480" cy="256032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69748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00800" y="1143000"/>
            <a:ext cx="2286000" cy="29718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12801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280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CLOUD BACKEND TIER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178308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810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 Schema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• jobs • job_applications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37960" y="246888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4963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Triggers (PL/pgSQL)
</a:t>
            </a: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handle_new_user() on Auth signup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profile instantiation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Cascade deletion integrity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324612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2735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RLS Policies
</a:t>
            </a: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Read/Update own profile only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Authenticated job listings pool</a:t>
            </a:r>
            <a:endParaRPr lang="en-US" sz="95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Isolated student applications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29135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343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Highlights: </a:t>
            </a: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• Vite • Tailwind CSS • Supabase PostgreSQL • Row Level Security (RLS) • PL/pgSQL Triggers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4251960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EEF2FF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38" name="Text 36">
            <a:hlinkClick r:id="rId3"/>
          </p:cNvPr>
          <p:cNvSpPr/>
          <p:nvPr/>
        </p:nvSpPr>
        <p:spPr>
          <a:xfrm>
            <a:off x="580644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u="sng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https://acrobat.adobe.com/id/urn:aaid:sc:AP:1207614b-f09d-4c94-9c40-956ab708ad0c</a:t>
            </a:r>
            <a:endParaRPr lang="en-US" sz="9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9B60A87-6976-AE74-D029-A4AFBF174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135225"/>
            <a:ext cx="896815" cy="8706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934FDB3-F693-6DA3-A963-B35B32FB0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059" y="116937"/>
            <a:ext cx="775482" cy="870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233</Words>
  <Application>Microsoft Office PowerPoint</Application>
  <PresentationFormat>On-screen Show (16:9)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Ritam Biswas</cp:lastModifiedBy>
  <cp:revision>1</cp:revision>
  <dcterms:created xsi:type="dcterms:W3CDTF">2026-09-06T10:47:21Z</dcterms:created>
  <dcterms:modified xsi:type="dcterms:W3CDTF">2026-09-06T10:53:03Z</dcterms:modified>
</cp:coreProperties>
</file>